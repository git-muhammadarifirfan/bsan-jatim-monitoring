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D"/>
          </a:solidFill>
          <a:ln/>
        </p:spPr>
      </p:sp>
      <p:pic>
        <p:nvPicPr>
          <p:cNvPr id="3" name="Image 0" descr="/home/claude/test_blank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4480560" y="2331720"/>
            <a:ext cx="8138160" cy="4247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PROGRAM JAWA TIMUR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24688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Wilayah Mitra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Jawa Timur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21792" y="42519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Sebaran kabupaten/kota mitra pada Fase 1, Fase 2 (termasuk mitra grantee), dan Fase 3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" y="5074920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49926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039112" y="50749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2258568" y="49926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56432" y="5074920"/>
            <a:ext cx="146304" cy="14630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9"/>
          <p:cNvSpPr/>
          <p:nvPr/>
        </p:nvSpPr>
        <p:spPr>
          <a:xfrm>
            <a:off x="3675888" y="49926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Wilayah Mitra Fase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kabupaten/kota mitra pada tahap awal program</a:t>
            </a:r>
            <a:endParaRPr lang="en-US" sz="1300" dirty="0"/>
          </a:p>
        </p:txBody>
      </p:sp>
      <p:pic>
        <p:nvPicPr>
          <p:cNvPr id="5" name="Image 0" descr="/home/claude/map_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8366760" cy="43664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06840" y="1417320"/>
            <a:ext cx="2724912" cy="2468880"/>
          </a:xfrm>
          <a:prstGeom prst="roundRect">
            <a:avLst>
              <a:gd name="adj" fmla="val 2963"/>
            </a:avLst>
          </a:prstGeom>
          <a:solidFill>
            <a:srgbClr val="F5F7F9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2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62872" y="167335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Fase 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262872" y="2098548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9473184" y="201168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Kabupaten/Kota mitra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473184" y="2304288"/>
            <a:ext cx="2002536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 Batu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Pasuruan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Probolinggo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Sidoarjo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Sumenep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5948315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1508760" y="6204347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Kabupaten/Kota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Fase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14" name="Image 1" descr="/home/claude/ov_fas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8366760" cy="4366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at="0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05" dur="6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10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Wilayah Mitra Fase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reguler dan wilayah grantee PW Muhammadiyah &amp; LP Ma'arif Jatim</a:t>
            </a:r>
            <a:endParaRPr lang="en-US" sz="1300" dirty="0"/>
          </a:p>
        </p:txBody>
      </p:sp>
      <p:pic>
        <p:nvPicPr>
          <p:cNvPr id="5" name="Image 0" descr="/home/claude/map_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8366760" cy="43664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06840" y="1417320"/>
            <a:ext cx="2724912" cy="4892040"/>
          </a:xfrm>
          <a:prstGeom prst="roundRect">
            <a:avLst>
              <a:gd name="adj" fmla="val 2685"/>
            </a:avLst>
          </a:prstGeom>
          <a:solidFill>
            <a:srgbClr val="F5F7F9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2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62872" y="167335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Fase 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262872" y="209854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473184" y="201168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Fase 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473184" y="2304288"/>
            <a:ext cx="2002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Probolinggo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Sumenep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262872" y="2875788"/>
            <a:ext cx="118872" cy="1188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9"/>
          <p:cNvSpPr/>
          <p:nvPr/>
        </p:nvSpPr>
        <p:spPr>
          <a:xfrm>
            <a:off x="9473184" y="278892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Grantee PWM Jatim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473184" y="3081528"/>
            <a:ext cx="2002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Gresik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Surabaya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Ponorogo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Jember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262872" y="4009644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5" name="Text 12"/>
          <p:cNvSpPr/>
          <p:nvPr/>
        </p:nvSpPr>
        <p:spPr>
          <a:xfrm>
            <a:off x="9473184" y="3922776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Grantee LP Ma'arif Jatim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473184" y="4215384"/>
            <a:ext cx="20025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Jombang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Mojokerto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Malang Raya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262872" y="4965192"/>
            <a:ext cx="118872" cy="118872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18" name="Text 15"/>
          <p:cNvSpPr/>
          <p:nvPr/>
        </p:nvSpPr>
        <p:spPr>
          <a:xfrm>
            <a:off x="9473184" y="487832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Irisan PWM &amp; LPM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473184" y="5170932"/>
            <a:ext cx="20025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Lamongan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Sidoarjo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Malang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262872" y="5897880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*Malang Raya (LP Ma'arif) = Kab. Malang, Kota Malang &amp; Kota Batu. Kab. Malang berwarna irisan karena juga wilayah PWM.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2" name="Image 1" descr="/home/claude/ov_fase2_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8366760" cy="4366403"/>
          </a:xfrm>
          <a:prstGeom prst="rect">
            <a:avLst/>
          </a:prstGeom>
        </p:spPr>
      </p:pic>
      <p:pic>
        <p:nvPicPr>
          <p:cNvPr id="23" name="Image 2" descr="/home/claude/ov_fase2_pw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8366760" cy="4366403"/>
          </a:xfrm>
          <a:prstGeom prst="rect">
            <a:avLst/>
          </a:prstGeom>
        </p:spPr>
      </p:pic>
      <p:pic>
        <p:nvPicPr>
          <p:cNvPr id="24" name="Image 3" descr="/home/claude/ov_fase2_lp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17320"/>
            <a:ext cx="8366760" cy="4366403"/>
          </a:xfrm>
          <a:prstGeom prst="rect">
            <a:avLst/>
          </a:prstGeom>
        </p:spPr>
      </p:pic>
      <p:pic>
        <p:nvPicPr>
          <p:cNvPr id="25" name="Image 4" descr="/home/claude/ov_fase2_overl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17320"/>
            <a:ext cx="8366760" cy="4366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7" dur="indefinite" restart="never" nodeType="tmRoot">
          <p:childTnLst>
            <p:seq concat="0" nextAc="seek">
              <p:cTn id="1008" dur="indefinite" nodeType="mainSeq">
                <p:childTnLst>
                  <p:par>
                    <p:cTn id="1009" fill="hold">
                      <p:stCondLst>
                        <p:cond delay="0"/>
                      </p:stCondLst>
                      <p:childTnLst>
                        <p:par>
                          <p:cTn id="1010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11" dur="600"/>
                                  <p:tgtEl>
                                    <p:spTgt spid="22"/>
                                  </p:tgtEl>
                                </p:cBhvr>
                              </p:animEffect>
                              <p:set>
                                <p:cBhvr>
                                  <p:cTn id="10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>
                      <p:stCondLst>
                        <p:cond delay="0"/>
                      </p:stCondLst>
                      <p:childTnLst>
                        <p:par>
                          <p:cTn id="10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15" dur="600"/>
                                  <p:tgtEl>
                                    <p:spTgt spid="23"/>
                                  </p:tgtEl>
                                </p:cBhvr>
                              </p:animEffect>
                              <p:set>
                                <p:cBhvr>
                                  <p:cTn id="10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17" fill="hold">
                      <p:stCondLst>
                        <p:cond delay="0"/>
                      </p:stCondLst>
                      <p:childTnLst>
                        <p:par>
                          <p:cTn id="10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19" dur="600"/>
                                  <p:tgtEl>
                                    <p:spTgt spid="24"/>
                                  </p:tgtEl>
                                </p:cBhvr>
                              </p:animEffect>
                              <p:set>
                                <p:cBhvr>
                                  <p:cTn id="10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21" fill="hold">
                      <p:stCondLst>
                        <p:cond delay="0"/>
                      </p:stCondLst>
                      <p:childTnLst>
                        <p:par>
                          <p:cTn id="102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23" dur="600"/>
                                  <p:tgtEl>
                                    <p:spTgt spid="25"/>
                                  </p:tgtEl>
                                </p:cBhvr>
                              </p:animEffect>
                              <p:set>
                                <p:cBhvr>
                                  <p:cTn id="10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Wilayah Mitra Fase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kabupaten/kota mitra pada tahap lanjutan program</a:t>
            </a:r>
            <a:endParaRPr lang="en-US" sz="1300" dirty="0"/>
          </a:p>
        </p:txBody>
      </p:sp>
      <p:pic>
        <p:nvPicPr>
          <p:cNvPr id="5" name="Image 0" descr="/home/claude/map_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8366760" cy="43664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06840" y="1417320"/>
            <a:ext cx="2724912" cy="2468880"/>
          </a:xfrm>
          <a:prstGeom prst="roundRect">
            <a:avLst>
              <a:gd name="adj" fmla="val 2963"/>
            </a:avLst>
          </a:prstGeom>
          <a:solidFill>
            <a:srgbClr val="F5F7F9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2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62872" y="167335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Fase 3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262872" y="2098548"/>
            <a:ext cx="118872" cy="11887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6"/>
          <p:cNvSpPr/>
          <p:nvPr/>
        </p:nvSpPr>
        <p:spPr>
          <a:xfrm>
            <a:off x="9473184" y="201168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Kabupaten/Kota mitra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473184" y="2304288"/>
            <a:ext cx="2002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Sidoarjo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Tuban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Lumajang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Probolinggo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262872" y="3209544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Kab. Sidoarjo &amp; Kab. Probolinggo menjadi wilayah mitra pada lebih dari satu fase.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5948315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1508760" y="6204347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Kabupaten/Kota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Fase 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15" name="Image 1" descr="/home/claude/ov_fas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8366760" cy="4366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25" dur="indefinite" restart="never" nodeType="tmRoot">
          <p:childTnLst>
            <p:seq concat="0" nextAc="seek">
              <p:cTn id="1026" dur="indefinite" nodeType="mainSeq">
                <p:childTnLst>
                  <p:par>
                    <p:cTn id="1027" fill="hold">
                      <p:stCondLst>
                        <p:cond delay="0"/>
                      </p:stCondLst>
                      <p:childTnLst>
                        <p:par>
                          <p:cTn id="102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29" dur="600"/>
                                  <p:tgtEl>
                                    <p:spTgt spid="15"/>
                                  </p:tgtEl>
                                </p:cBhvr>
                              </p:animEffect>
                              <p:set>
                                <p:cBhvr>
                                  <p:cTn id="10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2026-08-21T01:48:18Z</dcterms:created>
  <dcterms:modified xsi:type="dcterms:W3CDTF">2026-08-21T01:48:18Z</dcterms:modified>
</cp:coreProperties>
</file>